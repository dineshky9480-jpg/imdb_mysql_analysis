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339236-357F-410C-A688-7B1127F56DC2}" v="210" dt="2025-12-18T09:22:50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esha Ky" userId="bc3417f406f6500c" providerId="LiveId" clId="{9E67F0DF-D6EA-4C59-ABC0-86A5E90643E2}"/>
    <pc:docChg chg="undo custSel addSld delSld modSld sldOrd modMainMaster">
      <pc:chgData name="Dinesha Ky" userId="bc3417f406f6500c" providerId="LiveId" clId="{9E67F0DF-D6EA-4C59-ABC0-86A5E90643E2}" dt="2025-12-20T13:15:15.835" v="1956"/>
      <pc:docMkLst>
        <pc:docMk/>
      </pc:docMkLst>
      <pc:sldChg chg="modSp new mod setBg">
        <pc:chgData name="Dinesha Ky" userId="bc3417f406f6500c" providerId="LiveId" clId="{9E67F0DF-D6EA-4C59-ABC0-86A5E90643E2}" dt="2025-12-18T09:22:50.829" v="1879"/>
        <pc:sldMkLst>
          <pc:docMk/>
          <pc:sldMk cId="1853650249" sldId="256"/>
        </pc:sldMkLst>
        <pc:spChg chg="mod">
          <ac:chgData name="Dinesha Ky" userId="bc3417f406f6500c" providerId="LiveId" clId="{9E67F0DF-D6EA-4C59-ABC0-86A5E90643E2}" dt="2025-12-18T06:20:36.688" v="560" actId="27636"/>
          <ac:spMkLst>
            <pc:docMk/>
            <pc:sldMk cId="1853650249" sldId="256"/>
            <ac:spMk id="2" creationId="{DF53E33E-3AF4-3E32-9F41-EDB128F45853}"/>
          </ac:spMkLst>
        </pc:spChg>
        <pc:spChg chg="mod">
          <ac:chgData name="Dinesha Ky" userId="bc3417f406f6500c" providerId="LiveId" clId="{9E67F0DF-D6EA-4C59-ABC0-86A5E90643E2}" dt="2025-12-18T06:11:31.865" v="169" actId="27636"/>
          <ac:spMkLst>
            <pc:docMk/>
            <pc:sldMk cId="1853650249" sldId="256"/>
            <ac:spMk id="3" creationId="{1C36FC7E-8AC0-CC95-D5D1-DBE993895725}"/>
          </ac:spMkLst>
        </pc:spChg>
      </pc:sldChg>
      <pc:sldChg chg="modSp new mod">
        <pc:chgData name="Dinesha Ky" userId="bc3417f406f6500c" providerId="LiveId" clId="{9E67F0DF-D6EA-4C59-ABC0-86A5E90643E2}" dt="2025-12-18T09:23:11.403" v="1882" actId="1076"/>
        <pc:sldMkLst>
          <pc:docMk/>
          <pc:sldMk cId="2907176371" sldId="257"/>
        </pc:sldMkLst>
        <pc:spChg chg="mod">
          <ac:chgData name="Dinesha Ky" userId="bc3417f406f6500c" providerId="LiveId" clId="{9E67F0DF-D6EA-4C59-ABC0-86A5E90643E2}" dt="2025-12-18T09:23:11.403" v="1882" actId="1076"/>
          <ac:spMkLst>
            <pc:docMk/>
            <pc:sldMk cId="2907176371" sldId="257"/>
            <ac:spMk id="2" creationId="{2F916279-40EE-E84B-A0FC-52DF1B01976A}"/>
          </ac:spMkLst>
        </pc:spChg>
        <pc:spChg chg="mod">
          <ac:chgData name="Dinesha Ky" userId="bc3417f406f6500c" providerId="LiveId" clId="{9E67F0DF-D6EA-4C59-ABC0-86A5E90643E2}" dt="2025-12-18T09:23:04.741" v="1881" actId="1076"/>
          <ac:spMkLst>
            <pc:docMk/>
            <pc:sldMk cId="2907176371" sldId="257"/>
            <ac:spMk id="3" creationId="{922F11EB-E77B-DA41-96B8-58A3367D400B}"/>
          </ac:spMkLst>
        </pc:spChg>
      </pc:sldChg>
      <pc:sldChg chg="modSp new mod">
        <pc:chgData name="Dinesha Ky" userId="bc3417f406f6500c" providerId="LiveId" clId="{9E67F0DF-D6EA-4C59-ABC0-86A5E90643E2}" dt="2025-12-18T09:23:32.866" v="1886" actId="1076"/>
        <pc:sldMkLst>
          <pc:docMk/>
          <pc:sldMk cId="3730517070" sldId="258"/>
        </pc:sldMkLst>
        <pc:spChg chg="mod">
          <ac:chgData name="Dinesha Ky" userId="bc3417f406f6500c" providerId="LiveId" clId="{9E67F0DF-D6EA-4C59-ABC0-86A5E90643E2}" dt="2025-12-18T09:23:32.866" v="1886" actId="1076"/>
          <ac:spMkLst>
            <pc:docMk/>
            <pc:sldMk cId="3730517070" sldId="258"/>
            <ac:spMk id="2" creationId="{4A99CB82-CDA2-0B86-3434-C11591091AA7}"/>
          </ac:spMkLst>
        </pc:spChg>
        <pc:spChg chg="mod">
          <ac:chgData name="Dinesha Ky" userId="bc3417f406f6500c" providerId="LiveId" clId="{9E67F0DF-D6EA-4C59-ABC0-86A5E90643E2}" dt="2025-12-18T09:23:27.069" v="1885" actId="1076"/>
          <ac:spMkLst>
            <pc:docMk/>
            <pc:sldMk cId="3730517070" sldId="258"/>
            <ac:spMk id="3" creationId="{9AFBA002-FEB8-2B64-0184-FA3633A17F94}"/>
          </ac:spMkLst>
        </pc:spChg>
      </pc:sldChg>
      <pc:sldChg chg="modSp new mod">
        <pc:chgData name="Dinesha Ky" userId="bc3417f406f6500c" providerId="LiveId" clId="{9E67F0DF-D6EA-4C59-ABC0-86A5E90643E2}" dt="2025-12-18T09:22:34.148" v="1877"/>
        <pc:sldMkLst>
          <pc:docMk/>
          <pc:sldMk cId="1785533490" sldId="259"/>
        </pc:sldMkLst>
        <pc:spChg chg="mod">
          <ac:chgData name="Dinesha Ky" userId="bc3417f406f6500c" providerId="LiveId" clId="{9E67F0DF-D6EA-4C59-ABC0-86A5E90643E2}" dt="2025-12-18T09:22:34.148" v="1877"/>
          <ac:spMkLst>
            <pc:docMk/>
            <pc:sldMk cId="1785533490" sldId="259"/>
            <ac:spMk id="2" creationId="{37162CDC-CA78-F6CC-AE77-BBC1A7A27877}"/>
          </ac:spMkLst>
        </pc:spChg>
        <pc:spChg chg="mod">
          <ac:chgData name="Dinesha Ky" userId="bc3417f406f6500c" providerId="LiveId" clId="{9E67F0DF-D6EA-4C59-ABC0-86A5E90643E2}" dt="2025-12-18T09:22:34.148" v="1877"/>
          <ac:spMkLst>
            <pc:docMk/>
            <pc:sldMk cId="1785533490" sldId="259"/>
            <ac:spMk id="3" creationId="{9DBBF3C2-47C0-A634-7325-D2007955B042}"/>
          </ac:spMkLst>
        </pc:spChg>
      </pc:sldChg>
      <pc:sldChg chg="modSp new mod">
        <pc:chgData name="Dinesha Ky" userId="bc3417f406f6500c" providerId="LiveId" clId="{9E67F0DF-D6EA-4C59-ABC0-86A5E90643E2}" dt="2025-12-18T09:24:02.481" v="1888" actId="1076"/>
        <pc:sldMkLst>
          <pc:docMk/>
          <pc:sldMk cId="4089373875" sldId="260"/>
        </pc:sldMkLst>
        <pc:spChg chg="mod">
          <ac:chgData name="Dinesha Ky" userId="bc3417f406f6500c" providerId="LiveId" clId="{9E67F0DF-D6EA-4C59-ABC0-86A5E90643E2}" dt="2025-12-18T09:24:02.481" v="1888" actId="1076"/>
          <ac:spMkLst>
            <pc:docMk/>
            <pc:sldMk cId="4089373875" sldId="260"/>
            <ac:spMk id="2" creationId="{F33FD2FC-E389-353A-AD5C-BD474EAB24D6}"/>
          </ac:spMkLst>
        </pc:spChg>
        <pc:spChg chg="mod">
          <ac:chgData name="Dinesha Ky" userId="bc3417f406f6500c" providerId="LiveId" clId="{9E67F0DF-D6EA-4C59-ABC0-86A5E90643E2}" dt="2025-12-18T09:12:38.816" v="1655" actId="20577"/>
          <ac:spMkLst>
            <pc:docMk/>
            <pc:sldMk cId="4089373875" sldId="260"/>
            <ac:spMk id="3" creationId="{301303A4-0475-8F53-0BDB-AE0B1562D84C}"/>
          </ac:spMkLst>
        </pc:spChg>
      </pc:sldChg>
      <pc:sldChg chg="modSp new mod">
        <pc:chgData name="Dinesha Ky" userId="bc3417f406f6500c" providerId="LiveId" clId="{9E67F0DF-D6EA-4C59-ABC0-86A5E90643E2}" dt="2025-12-18T09:25:01.166" v="1944" actId="20577"/>
        <pc:sldMkLst>
          <pc:docMk/>
          <pc:sldMk cId="1550926956" sldId="261"/>
        </pc:sldMkLst>
        <pc:spChg chg="mod">
          <ac:chgData name="Dinesha Ky" userId="bc3417f406f6500c" providerId="LiveId" clId="{9E67F0DF-D6EA-4C59-ABC0-86A5E90643E2}" dt="2025-12-18T09:19:18.452" v="1835" actId="1076"/>
          <ac:spMkLst>
            <pc:docMk/>
            <pc:sldMk cId="1550926956" sldId="261"/>
            <ac:spMk id="2" creationId="{1EB1B8F0-67BB-C986-FEC4-B6D0642BFCE4}"/>
          </ac:spMkLst>
        </pc:spChg>
        <pc:spChg chg="mod">
          <ac:chgData name="Dinesha Ky" userId="bc3417f406f6500c" providerId="LiveId" clId="{9E67F0DF-D6EA-4C59-ABC0-86A5E90643E2}" dt="2025-12-18T09:25:01.166" v="1944" actId="20577"/>
          <ac:spMkLst>
            <pc:docMk/>
            <pc:sldMk cId="1550926956" sldId="261"/>
            <ac:spMk id="3" creationId="{EB06A203-4CFD-94DB-6580-588FDF98A898}"/>
          </ac:spMkLst>
        </pc:spChg>
      </pc:sldChg>
      <pc:sldChg chg="modSp new mod ord">
        <pc:chgData name="Dinesha Ky" userId="bc3417f406f6500c" providerId="LiveId" clId="{9E67F0DF-D6EA-4C59-ABC0-86A5E90643E2}" dt="2025-12-20T13:15:15.835" v="1956"/>
        <pc:sldMkLst>
          <pc:docMk/>
          <pc:sldMk cId="2101037400" sldId="262"/>
        </pc:sldMkLst>
        <pc:spChg chg="mod">
          <ac:chgData name="Dinesha Ky" userId="bc3417f406f6500c" providerId="LiveId" clId="{9E67F0DF-D6EA-4C59-ABC0-86A5E90643E2}" dt="2025-12-18T09:19:53.363" v="1850" actId="1076"/>
          <ac:spMkLst>
            <pc:docMk/>
            <pc:sldMk cId="2101037400" sldId="262"/>
            <ac:spMk id="2" creationId="{2371539B-E5BF-62BD-6D2C-F6C58325E782}"/>
          </ac:spMkLst>
        </pc:spChg>
        <pc:spChg chg="mod">
          <ac:chgData name="Dinesha Ky" userId="bc3417f406f6500c" providerId="LiveId" clId="{9E67F0DF-D6EA-4C59-ABC0-86A5E90643E2}" dt="2025-12-18T09:25:34.242" v="1954" actId="20577"/>
          <ac:spMkLst>
            <pc:docMk/>
            <pc:sldMk cId="2101037400" sldId="262"/>
            <ac:spMk id="3" creationId="{1553334E-FECF-48F9-3E13-80AF20EBF03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09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21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011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03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5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57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21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43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346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60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FA2B0-316D-4B15-8BF4-D548C56E9B9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182B9-88B5-45B8-A851-D4ACC610B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0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3E33E-3AF4-3E32-9F41-EDB128F4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26523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Franklin Gothic Heavy" panose="020B0903020102020204" pitchFamily="34" charset="0"/>
              </a:rPr>
              <a:t>      </a:t>
            </a:r>
            <a:br>
              <a:rPr lang="en-US" dirty="0">
                <a:latin typeface="Franklin Gothic Heavy" panose="020B0903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IMDB Movies SQL Analysis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6FC7E-8AC0-CC95-D5D1-DBE99389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2590799"/>
            <a:ext cx="7594600" cy="3640667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US" sz="1800" b="1" dirty="0">
              <a:latin typeface="Rockwell" panose="02060603020205020403" pitchFamily="18" charset="0"/>
            </a:endParaRPr>
          </a:p>
          <a:p>
            <a:r>
              <a:rPr lang="en-US" sz="1800" b="1" dirty="0">
                <a:latin typeface="Rockwell" panose="02060603020205020403" pitchFamily="18" charset="0"/>
              </a:rPr>
              <a:t>Prepared by:</a:t>
            </a:r>
            <a:r>
              <a:rPr lang="en-US" sz="1800" dirty="0">
                <a:latin typeface="Rockwell" panose="02060603020205020403" pitchFamily="18" charset="0"/>
              </a:rPr>
              <a:t> Dinesha K Y</a:t>
            </a:r>
          </a:p>
          <a:p>
            <a:r>
              <a:rPr lang="en-US" sz="1800" b="1" dirty="0">
                <a:latin typeface="Rockwell" panose="02060603020205020403" pitchFamily="18" charset="0"/>
              </a:rPr>
              <a:t>Course</a:t>
            </a:r>
            <a:r>
              <a:rPr lang="en-US" sz="1800" dirty="0">
                <a:latin typeface="Rockwell" panose="02060603020205020403" pitchFamily="18" charset="0"/>
              </a:rPr>
              <a:t>: Certified data analyst</a:t>
            </a:r>
          </a:p>
          <a:p>
            <a:r>
              <a:rPr lang="en-US" sz="1800" b="1" dirty="0">
                <a:latin typeface="Rockwell" panose="02060603020205020403" pitchFamily="18" charset="0"/>
              </a:rPr>
              <a:t>Batch id: </a:t>
            </a:r>
            <a:r>
              <a:rPr lang="en-US" sz="1800" dirty="0">
                <a:latin typeface="Rockwell" panose="02060603020205020403" pitchFamily="18" charset="0"/>
              </a:rPr>
              <a:t>11-aug-25-cda-bun-040-wdm1130-ban</a:t>
            </a:r>
          </a:p>
          <a:p>
            <a:r>
              <a:rPr lang="en-US" sz="1800" b="1" dirty="0">
                <a:latin typeface="Rockwell" panose="02060603020205020403" pitchFamily="18" charset="0"/>
              </a:rPr>
              <a:t>Tools Used:</a:t>
            </a:r>
            <a:r>
              <a:rPr lang="en-US" sz="1800" dirty="0">
                <a:latin typeface="Rockwell" panose="02060603020205020403" pitchFamily="18" charset="0"/>
              </a:rPr>
              <a:t>  MySQL</a:t>
            </a:r>
          </a:p>
          <a:p>
            <a:r>
              <a:rPr lang="en-US" sz="1800" b="1" dirty="0">
                <a:latin typeface="Rockwell" panose="020606030202050204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Mentor: </a:t>
            </a:r>
            <a:r>
              <a:rPr lang="en-US" sz="1800" dirty="0" err="1">
                <a:latin typeface="Rockwell" panose="020606030202050204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Datamites</a:t>
            </a:r>
            <a:endParaRPr lang="en-IN" sz="1800" dirty="0">
              <a:latin typeface="Rockwell" panose="020606030202050204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65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6279-40EE-E84B-A0FC-52DF1B019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687"/>
            <a:ext cx="10515600" cy="1325563"/>
          </a:xfrm>
        </p:spPr>
        <p:txBody>
          <a:bodyPr/>
          <a:lstStyle/>
          <a:p>
            <a:r>
              <a:rPr lang="en-IN" b="1" dirty="0">
                <a:latin typeface="Rockwell" panose="02060603020205020403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F11EB-E77B-DA41-96B8-58A3367D4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0298"/>
            <a:ext cx="10515600" cy="2376724"/>
          </a:xfrm>
        </p:spPr>
        <p:txBody>
          <a:bodyPr/>
          <a:lstStyle/>
          <a:p>
            <a:r>
              <a:rPr lang="en-IN" dirty="0">
                <a:latin typeface="Rockwell" panose="02060603020205020403" pitchFamily="18" charset="0"/>
              </a:rPr>
              <a:t>Table Includes :</a:t>
            </a:r>
          </a:p>
          <a:p>
            <a:r>
              <a:rPr lang="en-IN" b="1" dirty="0">
                <a:latin typeface="Rockwell" panose="02060603020205020403" pitchFamily="18" charset="0"/>
              </a:rPr>
              <a:t>Directors</a:t>
            </a:r>
            <a:r>
              <a:rPr lang="en-IN" dirty="0">
                <a:latin typeface="Rockwell" panose="02060603020205020403" pitchFamily="18" charset="0"/>
              </a:rPr>
              <a:t>: ( Name, Id, Gender, Department )</a:t>
            </a:r>
          </a:p>
          <a:p>
            <a:r>
              <a:rPr lang="en-IN" b="1" dirty="0">
                <a:latin typeface="Rockwell" panose="02060603020205020403" pitchFamily="18" charset="0"/>
              </a:rPr>
              <a:t>Movies</a:t>
            </a:r>
            <a:r>
              <a:rPr lang="en-IN" dirty="0">
                <a:latin typeface="Rockwell" panose="02060603020205020403" pitchFamily="18" charset="0"/>
              </a:rPr>
              <a:t>: (Id, </a:t>
            </a:r>
            <a:r>
              <a:rPr lang="en-IN" dirty="0" err="1">
                <a:latin typeface="Rockwell" panose="02060603020205020403" pitchFamily="18" charset="0"/>
              </a:rPr>
              <a:t>Uid</a:t>
            </a:r>
            <a:r>
              <a:rPr lang="en-IN" dirty="0">
                <a:latin typeface="Rockwell" panose="02060603020205020403" pitchFamily="18" charset="0"/>
              </a:rPr>
              <a:t>, Budget, Popularity, Release Date, Revenue, Title, Overview, Directors ID)</a:t>
            </a:r>
          </a:p>
          <a:p>
            <a:endParaRPr lang="en-IN" dirty="0">
              <a:latin typeface="Rockwell" panose="02060603020205020403" pitchFamily="18" charset="0"/>
            </a:endParaRPr>
          </a:p>
          <a:p>
            <a:endParaRPr lang="en-IN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176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9CB82-CDA2-0B86-3434-C11591091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57" y="1062342"/>
            <a:ext cx="10515600" cy="1325563"/>
          </a:xfrm>
        </p:spPr>
        <p:txBody>
          <a:bodyPr/>
          <a:lstStyle/>
          <a:p>
            <a:r>
              <a:rPr lang="en-IN" b="1" dirty="0">
                <a:latin typeface="Rockwell" panose="02060603020205020403" pitchFamily="18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A002-FEB8-2B64-0184-FA3633A17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57" y="2769209"/>
            <a:ext cx="10515600" cy="2298903"/>
          </a:xfrm>
        </p:spPr>
        <p:txBody>
          <a:bodyPr/>
          <a:lstStyle/>
          <a:p>
            <a:r>
              <a:rPr lang="en-IN" dirty="0">
                <a:latin typeface="Rockwell" panose="02060603020205020403" pitchFamily="18" charset="0"/>
              </a:rPr>
              <a:t>Retrieve movie &amp; directors data</a:t>
            </a:r>
          </a:p>
          <a:p>
            <a:r>
              <a:rPr lang="en-IN" dirty="0">
                <a:latin typeface="Rockwell" panose="02060603020205020403" pitchFamily="18" charset="0"/>
              </a:rPr>
              <a:t>Filter and count directors</a:t>
            </a:r>
          </a:p>
          <a:p>
            <a:r>
              <a:rPr lang="en-IN" dirty="0">
                <a:latin typeface="Rockwell" panose="02060603020205020403" pitchFamily="18" charset="0"/>
              </a:rPr>
              <a:t>Popularity and revenue analysis</a:t>
            </a:r>
          </a:p>
          <a:p>
            <a:r>
              <a:rPr lang="en-IN" dirty="0">
                <a:latin typeface="Rockwell" panose="02060603020205020403" pitchFamily="18" charset="0"/>
              </a:rPr>
              <a:t>Identify most active and bankable directors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517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62CDC-CA78-F6CC-AE77-BBC1A7A2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Rockwell" panose="02060603020205020403" pitchFamily="18" charset="0"/>
              </a:rPr>
              <a:t>Key Queries Completed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BF3C2-47C0-A634-7325-D2007955B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Rockwell" panose="02060603020205020403" pitchFamily="18" charset="0"/>
              </a:rPr>
              <a:t>Total Movies Count</a:t>
            </a:r>
          </a:p>
          <a:p>
            <a:r>
              <a:rPr lang="en-IN" dirty="0">
                <a:latin typeface="Rockwell" panose="02060603020205020403" pitchFamily="18" charset="0"/>
              </a:rPr>
              <a:t>Directors name starting with S</a:t>
            </a:r>
          </a:p>
          <a:p>
            <a:r>
              <a:rPr lang="en-IN" dirty="0">
                <a:latin typeface="Rockwell" panose="02060603020205020403" pitchFamily="18" charset="0"/>
              </a:rPr>
              <a:t>How many movies present in IMDB</a:t>
            </a:r>
          </a:p>
          <a:p>
            <a:r>
              <a:rPr lang="en-IN" dirty="0">
                <a:latin typeface="Rockwell" panose="02060603020205020403" pitchFamily="18" charset="0"/>
              </a:rPr>
              <a:t>3 most popular movies</a:t>
            </a:r>
          </a:p>
          <a:p>
            <a:r>
              <a:rPr lang="en-IN" dirty="0">
                <a:latin typeface="Rockwell" panose="02060603020205020403" pitchFamily="18" charset="0"/>
              </a:rPr>
              <a:t>Brenda Chapman movie</a:t>
            </a:r>
          </a:p>
          <a:p>
            <a:r>
              <a:rPr lang="en-IN" dirty="0">
                <a:latin typeface="Rockwell" panose="02060603020205020403" pitchFamily="18" charset="0"/>
              </a:rPr>
              <a:t>Highest rating after 2000</a:t>
            </a:r>
          </a:p>
          <a:p>
            <a:r>
              <a:rPr lang="en-IN" dirty="0">
                <a:latin typeface="Rockwell" panose="02060603020205020403" pitchFamily="18" charset="0"/>
              </a:rPr>
              <a:t>Most bankable directors</a:t>
            </a:r>
          </a:p>
          <a:p>
            <a:r>
              <a:rPr lang="en-IN" dirty="0">
                <a:latin typeface="Rockwell" panose="02060603020205020403" pitchFamily="18" charset="0"/>
              </a:rPr>
              <a:t>Most bankable movies</a:t>
            </a:r>
          </a:p>
          <a:p>
            <a:endParaRPr lang="en-IN" dirty="0">
              <a:latin typeface="Rockwell" panose="02060603020205020403" pitchFamily="18" charset="0"/>
            </a:endParaRPr>
          </a:p>
          <a:p>
            <a:endParaRPr lang="en-IN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533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FD2FC-E389-353A-AD5C-BD474EAB2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427" y="1204236"/>
            <a:ext cx="10515600" cy="1325563"/>
          </a:xfrm>
        </p:spPr>
        <p:txBody>
          <a:bodyPr/>
          <a:lstStyle/>
          <a:p>
            <a:r>
              <a:rPr lang="en-IN" b="1" dirty="0">
                <a:latin typeface="Rockwell" panose="02060603020205020403" pitchFamily="18" charset="0"/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303A4-0475-8F53-0BDB-AE0B1562D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3137957"/>
            <a:ext cx="10515600" cy="2314575"/>
          </a:xfrm>
        </p:spPr>
        <p:txBody>
          <a:bodyPr/>
          <a:lstStyle/>
          <a:p>
            <a:r>
              <a:rPr lang="en-IN" dirty="0">
                <a:latin typeface="Rockwell" panose="02060603020205020403" pitchFamily="18" charset="0"/>
              </a:rPr>
              <a:t>Revenue distributors shows major outliers</a:t>
            </a:r>
          </a:p>
          <a:p>
            <a:r>
              <a:rPr lang="en-IN" dirty="0">
                <a:latin typeface="Rockwell" panose="02060603020205020403" pitchFamily="18" charset="0"/>
              </a:rPr>
              <a:t>Some contributors far more movies</a:t>
            </a:r>
          </a:p>
          <a:p>
            <a:r>
              <a:rPr lang="en-IN" dirty="0">
                <a:latin typeface="Rockwell" panose="02060603020205020403" pitchFamily="18" charset="0"/>
              </a:rPr>
              <a:t>Ratings &amp; popularity do not always corelate</a:t>
            </a:r>
          </a:p>
          <a:p>
            <a:endParaRPr lang="en-IN" dirty="0">
              <a:latin typeface="Rockwell" panose="02060603020205020403" pitchFamily="18" charset="0"/>
            </a:endParaRPr>
          </a:p>
          <a:p>
            <a:endParaRPr lang="en-IN" dirty="0">
              <a:latin typeface="Rockwell" panose="02060603020205020403" pitchFamily="18" charset="0"/>
            </a:endParaRPr>
          </a:p>
          <a:p>
            <a:endParaRPr lang="en-IN" dirty="0">
              <a:latin typeface="Rockwell" panose="02060603020205020403" pitchFamily="18" charset="0"/>
            </a:endParaRPr>
          </a:p>
          <a:p>
            <a:endParaRPr lang="en-IN" dirty="0">
              <a:latin typeface="Rockwell" panose="020606030202050204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37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B8F0-67BB-C986-FEC4-B6D0642B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4725"/>
            <a:ext cx="10515600" cy="1325563"/>
          </a:xfrm>
        </p:spPr>
        <p:txBody>
          <a:bodyPr/>
          <a:lstStyle/>
          <a:p>
            <a:r>
              <a:rPr lang="en-IN" b="1" dirty="0">
                <a:latin typeface="Rockwell" panose="02060603020205020403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6A203-4CFD-94DB-6580-588FDF98A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7992"/>
            <a:ext cx="10515600" cy="2111375"/>
          </a:xfrm>
        </p:spPr>
        <p:txBody>
          <a:bodyPr/>
          <a:lstStyle/>
          <a:p>
            <a:r>
              <a:rPr lang="en-IN" dirty="0">
                <a:latin typeface="Rockwell" panose="02060603020205020403" pitchFamily="18" charset="0"/>
              </a:rPr>
              <a:t>All SQL Tasks are completed</a:t>
            </a:r>
          </a:p>
          <a:p>
            <a:r>
              <a:rPr lang="en-IN" dirty="0">
                <a:latin typeface="Rockwell" panose="02060603020205020403" pitchFamily="18" charset="0"/>
              </a:rPr>
              <a:t>Database supports strong analytical insights</a:t>
            </a:r>
          </a:p>
          <a:p>
            <a:r>
              <a:rPr lang="en-IN" dirty="0">
                <a:latin typeface="Rockwell" panose="02060603020205020403" pitchFamily="18" charset="0"/>
              </a:rPr>
              <a:t>JOIN-based approach ensure accurate data</a:t>
            </a:r>
          </a:p>
          <a:p>
            <a:r>
              <a:rPr lang="en-IN" dirty="0">
                <a:latin typeface="Rockwell" panose="02060603020205020403" pitchFamily="18" charset="0"/>
              </a:rPr>
              <a:t>Two database helps analysing the data</a:t>
            </a:r>
          </a:p>
        </p:txBody>
      </p:sp>
    </p:spTree>
    <p:extLst>
      <p:ext uri="{BB962C8B-B14F-4D97-AF65-F5344CB8AC3E}">
        <p14:creationId xmlns:p14="http://schemas.microsoft.com/office/powerpoint/2010/main" val="1550926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539B-E5BF-62BD-6D2C-F6C58325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2458"/>
            <a:ext cx="10515600" cy="1325563"/>
          </a:xfrm>
        </p:spPr>
        <p:txBody>
          <a:bodyPr/>
          <a:lstStyle/>
          <a:p>
            <a:r>
              <a:rPr lang="en-IN" dirty="0">
                <a:latin typeface="Rockwell" panose="02060603020205020403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3334E-FECF-48F9-3E13-80AF20EBF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61267"/>
            <a:ext cx="10515600" cy="2815696"/>
          </a:xfrm>
        </p:spPr>
        <p:txBody>
          <a:bodyPr/>
          <a:lstStyle/>
          <a:p>
            <a:r>
              <a:rPr lang="en-IN" dirty="0">
                <a:latin typeface="Rockwell" panose="02060603020205020403" pitchFamily="18" charset="0"/>
              </a:rPr>
              <a:t>Prepared by: </a:t>
            </a:r>
            <a:r>
              <a:rPr lang="en-IN" b="1" dirty="0">
                <a:latin typeface="Rockwell" panose="02060603020205020403" pitchFamily="18" charset="0"/>
              </a:rPr>
              <a:t>Dinesha K Y</a:t>
            </a:r>
          </a:p>
          <a:p>
            <a:r>
              <a:rPr lang="en-IN" dirty="0">
                <a:latin typeface="Rockwell" panose="02060603020205020403" pitchFamily="18" charset="0"/>
              </a:rPr>
              <a:t>Course         : </a:t>
            </a:r>
            <a:r>
              <a:rPr lang="en-IN" b="1" dirty="0">
                <a:latin typeface="Rockwell" panose="02060603020205020403" pitchFamily="18" charset="0"/>
              </a:rPr>
              <a:t>Certified Data Analyst</a:t>
            </a:r>
          </a:p>
          <a:p>
            <a:r>
              <a:rPr lang="en-IN" dirty="0">
                <a:latin typeface="Rockwell" panose="02060603020205020403" pitchFamily="18" charset="0"/>
              </a:rPr>
              <a:t>Batch id        :</a:t>
            </a:r>
            <a:r>
              <a:rPr lang="en-IN" b="1" dirty="0">
                <a:latin typeface="Rockwell" panose="02060603020205020403" pitchFamily="18" charset="0"/>
              </a:rPr>
              <a:t> CDA-BUN-040-WDM1130-BAN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1037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</TotalTime>
  <Words>179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Arial Black</vt:lpstr>
      <vt:lpstr>Franklin Gothic Heavy</vt:lpstr>
      <vt:lpstr>Rockwell</vt:lpstr>
      <vt:lpstr>Office Theme</vt:lpstr>
      <vt:lpstr>       IMDB Movies SQL Analysis</vt:lpstr>
      <vt:lpstr>Dataset Overview</vt:lpstr>
      <vt:lpstr>Project Objective</vt:lpstr>
      <vt:lpstr>Key Queries Completed </vt:lpstr>
      <vt:lpstr>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Dinesha Ky</dc:creator>
  <cp:lastModifiedBy>Dinesha Ky</cp:lastModifiedBy>
  <cp:revision>1</cp:revision>
  <dcterms:created xsi:type="dcterms:W3CDTF">2025-12-18T05:48:27Z</dcterms:created>
  <dcterms:modified xsi:type="dcterms:W3CDTF">2025-12-20T13:15:26Z</dcterms:modified>
</cp:coreProperties>
</file>